
<file path=[Content_Types].xml><?xml version="1.0" encoding="utf-8"?>
<Types xmlns="http://schemas.openxmlformats.org/package/2006/content-types">
  <Default Extension="bin" ContentType="application/vnd.ms-office.activeX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62" r:id="rId6"/>
    <p:sldId id="258" r:id="rId7"/>
    <p:sldId id="265" r:id="rId8"/>
    <p:sldId id="264" r:id="rId9"/>
    <p:sldId id="263" r:id="rId10"/>
    <p:sldId id="259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8/21/2015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0.76.1.11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146396"/>
            <a:ext cx="5458968" cy="18512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North Korea, Censorship, and the Red Star OS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6011321"/>
            <a:ext cx="5458968" cy="1206795"/>
          </a:xfrm>
        </p:spPr>
        <p:txBody>
          <a:bodyPr>
            <a:normAutofit/>
          </a:bodyPr>
          <a:lstStyle/>
          <a:p>
            <a:r>
              <a:rPr lang="en-US" dirty="0" smtClean="0"/>
              <a:t>The “Official” Operating System of North Korea</a:t>
            </a:r>
          </a:p>
        </p:txBody>
      </p:sp>
    </p:spTree>
    <p:extLst>
      <p:ext uri="{BB962C8B-B14F-4D97-AF65-F5344CB8AC3E}">
        <p14:creationId xmlns:p14="http://schemas.microsoft.com/office/powerpoint/2010/main" val="241940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 smtClean="0"/>
              <a:t>International State of Affairs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Nation State Attacks</a:t>
            </a:r>
          </a:p>
          <a:p>
            <a:r>
              <a:rPr lang="en-US" dirty="0" smtClean="0"/>
              <a:t>Sony Breach</a:t>
            </a:r>
          </a:p>
          <a:p>
            <a:pPr lvl="1"/>
            <a:r>
              <a:rPr lang="en-US" dirty="0" smtClean="0"/>
              <a:t>Bureau 121</a:t>
            </a:r>
          </a:p>
          <a:p>
            <a:r>
              <a:rPr lang="en-US" dirty="0" smtClean="0"/>
              <a:t>US Quickly Attributes Attack to N. Korea</a:t>
            </a:r>
          </a:p>
          <a:p>
            <a:pPr lvl="1"/>
            <a:r>
              <a:rPr lang="en-US" dirty="0" smtClean="0"/>
              <a:t>Attribution Based Off NSA Hack</a:t>
            </a:r>
          </a:p>
          <a:p>
            <a:r>
              <a:rPr lang="en-US" dirty="0" smtClean="0"/>
              <a:t>President Obama Pledges Retaliation</a:t>
            </a:r>
          </a:p>
          <a:p>
            <a:pPr lvl="1"/>
            <a:r>
              <a:rPr lang="en-US" dirty="0" smtClean="0"/>
              <a:t>N. Korean Internet Outage Attributed to US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4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 smtClean="0"/>
              <a:t>Local State of Affairs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72902" cy="3916363"/>
          </a:xfrm>
        </p:spPr>
        <p:txBody>
          <a:bodyPr>
            <a:normAutofit/>
          </a:bodyPr>
          <a:lstStyle/>
          <a:p>
            <a:r>
              <a:rPr lang="en-US" dirty="0" smtClean="0"/>
              <a:t>Constant Attacks on South</a:t>
            </a:r>
          </a:p>
          <a:p>
            <a:pPr lvl="1"/>
            <a:r>
              <a:rPr lang="en-US" dirty="0" smtClean="0"/>
              <a:t>S. Korean Broadcasters, hoping to throw the country into state of confusion in 2013</a:t>
            </a:r>
          </a:p>
          <a:p>
            <a:pPr lvl="1"/>
            <a:r>
              <a:rPr lang="en-US" dirty="0" smtClean="0"/>
              <a:t>S. Korea Hydro and Nuclear Power Plant in late 2014</a:t>
            </a:r>
          </a:p>
          <a:p>
            <a:r>
              <a:rPr lang="en-US" dirty="0" smtClean="0"/>
              <a:t>Closed Society Focused on Censorship</a:t>
            </a:r>
          </a:p>
          <a:p>
            <a:pPr lvl="1"/>
            <a:r>
              <a:rPr lang="en-US" dirty="0" smtClean="0"/>
              <a:t>Said to be equivalent to 1930’s US</a:t>
            </a:r>
          </a:p>
          <a:p>
            <a:r>
              <a:rPr lang="en-US" dirty="0" smtClean="0"/>
              <a:t>Focus on Nuclear Weaponized Capability</a:t>
            </a:r>
          </a:p>
          <a:p>
            <a:r>
              <a:rPr lang="en-US" u="sng" dirty="0" smtClean="0"/>
              <a:t>EXTREMELY FOCUSED ON CREATING AN IMPREGNABLE FORTRESS </a:t>
            </a:r>
            <a:endParaRPr lang="en-US" u="sng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6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 smtClean="0"/>
              <a:t>North Korea…                    The Impregnable Fortress!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42" name="ShockwaveFlash1" r:id="rId2" imgW="8761320" imgH="4508640"/>
        </mc:Choice>
        <mc:Fallback>
          <p:control name="ShockwaveFlash1" r:id="rId2" imgW="8761320" imgH="4508640">
            <p:pic>
              <p:nvPicPr>
                <p:cNvPr id="2" name="ShockwaveFlash1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0121" y="2041451"/>
                  <a:ext cx="8761228" cy="450820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8278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694228" cy="1143000"/>
          </a:xfrm>
        </p:spPr>
        <p:txBody>
          <a:bodyPr/>
          <a:lstStyle/>
          <a:p>
            <a:r>
              <a:rPr lang="en-US" dirty="0" smtClean="0"/>
              <a:t>Speaking of Censorship…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72902" cy="39163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North Korea Develops “Red Star OS” Sometime Around 2002</a:t>
            </a:r>
          </a:p>
          <a:p>
            <a:pPr lvl="1"/>
            <a:r>
              <a:rPr lang="en-US" dirty="0" smtClean="0"/>
              <a:t>Linux-Based, Initially Resembled Windows XP</a:t>
            </a:r>
          </a:p>
          <a:p>
            <a:pPr lvl="1"/>
            <a:r>
              <a:rPr lang="en-US" dirty="0" smtClean="0"/>
              <a:t>Version 3.0 Resembles Mac OSX</a:t>
            </a:r>
          </a:p>
          <a:p>
            <a:r>
              <a:rPr lang="en-US" dirty="0" smtClean="0"/>
              <a:t>Designed to Monitor Citizens Web Behavior, and Enforce Censorship</a:t>
            </a:r>
          </a:p>
          <a:p>
            <a:r>
              <a:rPr lang="en-US" dirty="0">
                <a:solidFill>
                  <a:schemeClr val="tx1"/>
                </a:solidFill>
              </a:rPr>
              <a:t>Web Browser is called </a:t>
            </a:r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en-US" dirty="0" err="1" smtClean="0">
                <a:solidFill>
                  <a:schemeClr val="tx1"/>
                </a:solidFill>
              </a:rPr>
              <a:t>Naenara</a:t>
            </a:r>
            <a:r>
              <a:rPr lang="en-US" dirty="0" smtClean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chemeClr val="tx1"/>
                </a:solidFill>
              </a:rPr>
              <a:t>Based On 5 Year Old, Modified Version of Mozilla </a:t>
            </a:r>
            <a:r>
              <a:rPr lang="en-US" dirty="0" smtClean="0">
                <a:solidFill>
                  <a:schemeClr val="tx1"/>
                </a:solidFill>
              </a:rPr>
              <a:t>Firefox</a:t>
            </a:r>
          </a:p>
          <a:p>
            <a:r>
              <a:rPr lang="en-US" dirty="0">
                <a:solidFill>
                  <a:schemeClr val="tx1"/>
                </a:solidFill>
              </a:rPr>
              <a:t>No Native Ability To Install Different Web </a:t>
            </a:r>
            <a:r>
              <a:rPr lang="en-US" dirty="0" smtClean="0">
                <a:solidFill>
                  <a:schemeClr val="tx1"/>
                </a:solidFill>
              </a:rPr>
              <a:t>Browser</a:t>
            </a:r>
            <a:endParaRPr lang="en-US" dirty="0" smtClean="0"/>
          </a:p>
          <a:p>
            <a:r>
              <a:rPr lang="en-US" dirty="0" smtClean="0"/>
              <a:t>Does Not Run Conventional DNS Service (Hostnames), So IP Addresses Are Required to Access Internet Sites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11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0121" y="342900"/>
            <a:ext cx="6994954" cy="1143000"/>
          </a:xfrm>
        </p:spPr>
        <p:txBody>
          <a:bodyPr/>
          <a:lstStyle/>
          <a:p>
            <a:r>
              <a:rPr lang="en-US" dirty="0" smtClean="0"/>
              <a:t>North Korea…                     </a:t>
            </a:r>
            <a:br>
              <a:rPr lang="en-US" dirty="0" smtClean="0"/>
            </a:br>
            <a:r>
              <a:rPr lang="en-US" dirty="0" smtClean="0"/>
              <a:t>Such Invincible Power!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64" name="ShockwaveFlash1" r:id="rId2" imgW="8761320" imgH="4551480"/>
        </mc:Choice>
        <mc:Fallback>
          <p:control name="ShockwaveFlash1" r:id="rId2" imgW="8761320" imgH="4551480">
            <p:pic>
              <p:nvPicPr>
                <p:cNvPr id="2" name="ShockwaveFlash1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0121" y="1998921"/>
                  <a:ext cx="8761228" cy="455073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66616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25" y="2209800"/>
            <a:ext cx="8871045" cy="3916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u="sng" dirty="0" smtClean="0"/>
              <a:t>NOW THAT’S </a:t>
            </a:r>
          </a:p>
          <a:p>
            <a:pPr marL="0" indent="0" algn="ctr">
              <a:buNone/>
            </a:pPr>
            <a:r>
              <a:rPr lang="en-US" sz="5400" u="sng" dirty="0" smtClean="0"/>
              <a:t>NEXT-GEN FIERCE!!!</a:t>
            </a:r>
            <a:endParaRPr lang="en-US" sz="5400" u="sng" dirty="0"/>
          </a:p>
        </p:txBody>
      </p:sp>
    </p:spTree>
    <p:extLst>
      <p:ext uri="{BB962C8B-B14F-4D97-AF65-F5344CB8AC3E}">
        <p14:creationId xmlns:p14="http://schemas.microsoft.com/office/powerpoint/2010/main" val="366489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694228" cy="1143000"/>
          </a:xfrm>
        </p:spPr>
        <p:txBody>
          <a:bodyPr/>
          <a:lstStyle/>
          <a:p>
            <a:r>
              <a:rPr lang="en-US" dirty="0" smtClean="0"/>
              <a:t>Censorship and Red Star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02222"/>
            <a:ext cx="8372902" cy="4729654"/>
          </a:xfrm>
        </p:spPr>
        <p:txBody>
          <a:bodyPr>
            <a:normAutofit/>
          </a:bodyPr>
          <a:lstStyle/>
          <a:p>
            <a:r>
              <a:rPr lang="en-US" dirty="0" smtClean="0"/>
              <a:t>Default </a:t>
            </a:r>
            <a:r>
              <a:rPr lang="en-US" dirty="0"/>
              <a:t>URL is </a:t>
            </a:r>
            <a:r>
              <a:rPr lang="en-US" dirty="0">
                <a:hlinkClick r:id="rId2"/>
              </a:rPr>
              <a:t>http://10.76.1.11</a:t>
            </a:r>
            <a:r>
              <a:rPr lang="en-US" dirty="0"/>
              <a:t>, Meaning That North Korea Is One Large Intranet</a:t>
            </a:r>
          </a:p>
          <a:p>
            <a:r>
              <a:rPr lang="en-US" dirty="0"/>
              <a:t>10.76.1.11 Is Thought To Be The Proxy That All Traffic Routed/Filtered </a:t>
            </a:r>
            <a:r>
              <a:rPr lang="en-US" dirty="0" smtClean="0"/>
              <a:t>Through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Includes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Wine </a:t>
            </a:r>
            <a:r>
              <a:rPr lang="en-US" dirty="0" smtClean="0">
                <a:solidFill>
                  <a:schemeClr val="tx1"/>
                </a:solidFill>
              </a:rPr>
              <a:t>Wrapper, Allowing 16-Bit </a:t>
            </a:r>
            <a:r>
              <a:rPr lang="en-US" dirty="0">
                <a:solidFill>
                  <a:schemeClr val="tx1"/>
                </a:solidFill>
              </a:rPr>
              <a:t>Windows 3.1 (Circa 1992) </a:t>
            </a:r>
            <a:r>
              <a:rPr lang="en-US" dirty="0" smtClean="0">
                <a:solidFill>
                  <a:schemeClr val="tx1"/>
                </a:solidFill>
              </a:rPr>
              <a:t>Applications To Run In Linux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Uses N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smtClean="0">
                <a:solidFill>
                  <a:schemeClr val="tx1"/>
                </a:solidFill>
              </a:rPr>
              <a:t>Korean Proprietary </a:t>
            </a:r>
            <a:r>
              <a:rPr lang="en-US" dirty="0">
                <a:solidFill>
                  <a:schemeClr val="tx1"/>
                </a:solidFill>
              </a:rPr>
              <a:t>J</a:t>
            </a:r>
            <a:r>
              <a:rPr lang="en-US" dirty="0" smtClean="0">
                <a:solidFill>
                  <a:schemeClr val="tx1"/>
                </a:solidFill>
              </a:rPr>
              <a:t>uche </a:t>
            </a:r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alendar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smtClean="0">
                <a:solidFill>
                  <a:schemeClr val="tx1"/>
                </a:solidFill>
              </a:rPr>
              <a:t>First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dirty="0" smtClean="0">
                <a:solidFill>
                  <a:schemeClr val="tx1"/>
                </a:solidFill>
              </a:rPr>
              <a:t>ecorded Day Is </a:t>
            </a:r>
            <a:r>
              <a:rPr lang="en-US" dirty="0">
                <a:solidFill>
                  <a:schemeClr val="tx1"/>
                </a:solidFill>
              </a:rPr>
              <a:t>April 15, 1912, </a:t>
            </a:r>
            <a:r>
              <a:rPr lang="en-US" dirty="0" smtClean="0">
                <a:solidFill>
                  <a:schemeClr val="tx1"/>
                </a:solidFill>
              </a:rPr>
              <a:t>Or </a:t>
            </a:r>
            <a:r>
              <a:rPr lang="en-US" dirty="0">
                <a:solidFill>
                  <a:schemeClr val="tx1"/>
                </a:solidFill>
              </a:rPr>
              <a:t>Kim Il-</a:t>
            </a:r>
            <a:r>
              <a:rPr lang="en-US" dirty="0" err="1">
                <a:solidFill>
                  <a:schemeClr val="tx1"/>
                </a:solidFill>
              </a:rPr>
              <a:t>Sung’s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Date 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dirty="0" smtClean="0">
                <a:solidFill>
                  <a:schemeClr val="tx1"/>
                </a:solidFill>
              </a:rPr>
              <a:t>f Birth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Included </a:t>
            </a:r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US" dirty="0" smtClean="0">
                <a:solidFill>
                  <a:schemeClr val="tx1"/>
                </a:solidFill>
              </a:rPr>
              <a:t>allpapers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re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ll Propaganda</a:t>
            </a:r>
            <a:endParaRPr lang="en-US" sz="2000" dirty="0" smtClean="0">
              <a:solidFill>
                <a:schemeClr val="tx1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6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694228" cy="1143000"/>
          </a:xfrm>
        </p:spPr>
        <p:txBody>
          <a:bodyPr/>
          <a:lstStyle/>
          <a:p>
            <a:r>
              <a:rPr lang="en-US" smtClean="0"/>
              <a:t>Censorship and Red Star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02222"/>
            <a:ext cx="8372902" cy="472965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Root Account Permanently Disabled In OS, But Workarounds Exist!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Only Accept Their Own Digital Certificates (SSL/TLS)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OS Configured With Predetermined List Of File Extensions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OS Inserts Watermark Whenever One Of These Files Are Created, Modified, Etc.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Likely Used To Track Origination Of Files, Especially Those Thought Of As Treasonous Towards The DPRK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They Are Then Traceable Back To The Creator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North Korea Once Again Proves Their Superiority And Innovativeness!</a:t>
            </a:r>
          </a:p>
          <a:p>
            <a:pPr lvl="1"/>
            <a:endParaRPr lang="en-US" sz="2000" dirty="0" smtClean="0">
              <a:solidFill>
                <a:schemeClr val="tx1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 smtClean="0"/>
              <a:t>North Korea…Innovative!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87" name="ShockwaveFlash1" r:id="rId2" imgW="8761320" imgH="4487760"/>
        </mc:Choice>
        <mc:Fallback>
          <p:control name="ShockwaveFlash1" r:id="rId2" imgW="8761320" imgH="4487760">
            <p:pic>
              <p:nvPicPr>
                <p:cNvPr id="2" name="ShockwaveFlash1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0121" y="2062716"/>
                  <a:ext cx="8761228" cy="4486939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26420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694228" cy="1143000"/>
          </a:xfrm>
        </p:spPr>
        <p:txBody>
          <a:bodyPr/>
          <a:lstStyle/>
          <a:p>
            <a:r>
              <a:rPr lang="en-US" dirty="0" smtClean="0"/>
              <a:t>VM Demo If Interested…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02222"/>
            <a:ext cx="8372902" cy="4729654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6000" dirty="0" smtClean="0">
                <a:solidFill>
                  <a:schemeClr val="tx1"/>
                </a:solidFill>
              </a:rPr>
              <a:t>QUESTIONS?</a:t>
            </a:r>
          </a:p>
          <a:p>
            <a:pPr lvl="1"/>
            <a:endParaRPr lang="en-US" sz="2000" dirty="0" smtClean="0">
              <a:solidFill>
                <a:schemeClr val="tx1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08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149</TotalTime>
  <Words>382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2</vt:lpstr>
      <vt:lpstr>Plaza</vt:lpstr>
      <vt:lpstr>North Korea, Censorship, and the Red Star OS</vt:lpstr>
      <vt:lpstr>International State of Affairs</vt:lpstr>
      <vt:lpstr>Local State of Affairs</vt:lpstr>
      <vt:lpstr>North Korea…                    The Impregnable Fortress!</vt:lpstr>
      <vt:lpstr>Speaking of Censorship…</vt:lpstr>
      <vt:lpstr>North Korea…                      Such Invincible Power!</vt:lpstr>
      <vt:lpstr>PowerPoint Presentation</vt:lpstr>
      <vt:lpstr>Censorship and Red Star Continued…</vt:lpstr>
      <vt:lpstr>Censorship and Red Star Continued…</vt:lpstr>
      <vt:lpstr>North Korea…Innovative!</vt:lpstr>
      <vt:lpstr>VM Demo If Interested…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Star OS</dc:title>
  <dc:creator>Frank DePaola</dc:creator>
  <cp:lastModifiedBy>Administrator</cp:lastModifiedBy>
  <cp:revision>23</cp:revision>
  <dcterms:created xsi:type="dcterms:W3CDTF">2015-08-21T01:20:23Z</dcterms:created>
  <dcterms:modified xsi:type="dcterms:W3CDTF">2015-08-21T04:13:42Z</dcterms:modified>
</cp:coreProperties>
</file>